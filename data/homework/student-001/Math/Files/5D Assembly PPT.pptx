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3" r:id="rId4"/>
    <p:sldId id="284" r:id="rId5"/>
    <p:sldId id="258" r:id="rId6"/>
    <p:sldId id="259" r:id="rId7"/>
    <p:sldId id="281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80C3"/>
    <a:srgbClr val="A9ECF2"/>
    <a:srgbClr val="5C9BAA"/>
    <a:srgbClr val="71B9E1"/>
    <a:srgbClr val="DEE5BB"/>
    <a:srgbClr val="D4D8E1"/>
    <a:srgbClr val="DAE4E7"/>
    <a:srgbClr val="E3E0D3"/>
    <a:srgbClr val="B3BC7A"/>
    <a:srgbClr val="B89F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>
        <p:scale>
          <a:sx n="86" d="100"/>
          <a:sy n="86" d="100"/>
        </p:scale>
        <p:origin x="52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C731A-76D4-4735-9663-5D6E1154F1F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24AF4-154B-481D-934D-3F376A077D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89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24AF4-154B-481D-934D-3F376A077DF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679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72E66-DE22-D9E4-B1B9-811ACF8E7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90CBE-CD73-10F4-1A4F-3C8C5FA0B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A0055-6D17-5646-C597-323D5FBC3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98EB-231B-4189-81FD-094F71CCB251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A76FE-9D38-2315-B8C0-83031B4E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79955-A690-961D-6FAF-5A70E49DD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AF4C-FF91-4AE9-B6EE-97C9EBBC6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290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EA298-5F58-3D04-746F-3B52564F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0A57-8B02-BF2A-1856-55D607BC8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6787D-D551-7AE8-FD28-05175B889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98EB-231B-4189-81FD-094F71CCB251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F775B-5BEE-82F4-83E0-6FE76B4A3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E73EC-8234-3B8B-E214-66652D22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AF4C-FF91-4AE9-B6EE-97C9EBBC6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584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9DD24-4A2E-391B-C6E5-E3B4E97C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F1842-443C-A5CD-F8A0-B3836323A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307C3-3496-0A3F-4CD6-BE1ED2976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98EB-231B-4189-81FD-094F71CCB251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3C43F-D008-1981-D892-8F34F8987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E3DE2-BFF1-9001-3482-59095401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AF4C-FF91-4AE9-B6EE-97C9EBBC6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24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10AD4-9BE5-9CB1-DC09-7D7D1D0A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A41EC-F1A9-A40A-74A1-126BAECB7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EC45E-6BF2-B568-62E9-CAD4ADD57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ADA9F-8F79-9A46-427C-9663F65E0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98EB-231B-4189-81FD-094F71CCB251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C9A24-C6C7-7B57-BF2B-99F38FD6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29FD9-99CF-DA78-AD55-B4764C3AE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AF4C-FF91-4AE9-B6EE-97C9EBBC6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1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440E-33BC-5C20-8D85-8565318F7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C2B9D-2A41-114D-788C-7BB3A1EF0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FF29B-81B3-9D1E-4E6A-07B3B85C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13783-62A5-3126-25F3-B3FF8066B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F9F9C-ADE8-1B4A-BCDF-5E851A4FA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467D4-2BAA-241F-9BC5-8735EBA5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98EB-231B-4189-81FD-094F71CCB251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0A6D3D-991E-C027-E71E-8A0D6E9C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C80E25-3C4E-11B3-49AD-7EF6EFDA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AF4C-FF91-4AE9-B6EE-97C9EBBC6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40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E9DD4-625E-9CA0-CCDF-7CE2F993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3A211-7CCC-5B84-8F17-E4BBB1BE2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98EB-231B-4189-81FD-094F71CCB251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64FA6-10E7-471C-34F2-41C84D8F8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8690B-F677-9D0A-EECD-8515C97D7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AF4C-FF91-4AE9-B6EE-97C9EBBC6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933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48248-91EF-2399-DD82-FCD270D1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98EB-231B-4189-81FD-094F71CCB251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C217A-32AD-AF22-DDE6-F34B03125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D4F01-7FFC-41FA-60F9-F85CD55BB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AF4C-FF91-4AE9-B6EE-97C9EBBC6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65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B9CB-3AF3-615A-175B-D29F9980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2896E-B18E-4EE2-5AF2-86307EDBB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A18A0-0C77-E4F7-E1D3-F1E3CFAFB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1B828-4C45-6A9E-17CF-E932E664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98EB-231B-4189-81FD-094F71CCB251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2803B-C648-4494-96C6-2811FA65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13DDB-A9E8-0D59-8824-3D0481FD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AF4C-FF91-4AE9-B6EE-97C9EBBC6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91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E598-2E39-D7EA-F1E0-9E4A8989D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833D51-6BF8-82FD-5976-D0989408D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14498-1218-129B-30A1-3391D25AF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5CC5A-F873-EC14-A246-6DD67BFDB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98EB-231B-4189-81FD-094F71CCB251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B773B-4210-17AC-9D11-19E238C9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595B0-F57E-3051-256F-4518FF8A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AF4C-FF91-4AE9-B6EE-97C9EBBC6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08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FA3E6-D5A7-9D3C-E00A-3E8A24A6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040F8-06F3-23DA-DA4C-64BB2DC8C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F90D0-8332-EB6F-D385-B990775DC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98EB-231B-4189-81FD-094F71CCB251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5563C-D829-A9A5-0BF3-C3606E59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E433C-1863-28B3-A520-AB0B335D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AF4C-FF91-4AE9-B6EE-97C9EBBC6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350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83C3C-6E1F-8DE0-D7BE-B7F76EA00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2348F-CDE1-1A78-E879-625287433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4BAA1-5F00-F481-AF6E-E46F6F73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98EB-231B-4189-81FD-094F71CCB251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1EAAA-2CCB-9EC7-FB05-1671F2386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D7281-ACDF-2069-DC39-F98CAEAE0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AF4C-FF91-4AE9-B6EE-97C9EBBC6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0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181D1E-21E4-56E6-4466-F56C8D365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087FB-8FA4-C995-1C49-B1B0FF7B5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0A53-263F-2840-495D-EF6F0F7D60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498EB-231B-4189-81FD-094F71CCB251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DF61C-8D91-394C-1DD1-B340ED27F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6FE61-46FD-2488-ABE3-ACB1EEBBB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AAF4C-FF91-4AE9-B6EE-97C9EBBC6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684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1000"/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942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1000"/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387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E45DA-E202-BBF8-0B66-26E979D91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FDA9A-F35B-7239-E47C-90E6492BE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标&#10;&#10;AI 生成的内容可能不正确。">
            <a:extLst>
              <a:ext uri="{FF2B5EF4-FFF2-40B4-BE49-F238E27FC236}">
                <a16:creationId xmlns:a16="http://schemas.microsoft.com/office/drawing/2014/main" id="{4DF0BBE3-5B1E-D644-89E8-A3653D71B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162" y="-473150"/>
            <a:ext cx="12245162" cy="805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7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A3754-4654-4156-6D72-D8A23D880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031A5-1379-0D38-5F90-B13599C85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2F87A8-5657-C16A-1DB1-B14178F4C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标&#10;&#10;AI 生成的内容可能不正确。">
            <a:extLst>
              <a:ext uri="{FF2B5EF4-FFF2-40B4-BE49-F238E27FC236}">
                <a16:creationId xmlns:a16="http://schemas.microsoft.com/office/drawing/2014/main" id="{C6FE1D57-929F-54D9-1088-504BAD99F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162" y="-473150"/>
            <a:ext cx="12245162" cy="805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7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people on a boat&#10;&#10;AI-generated content may be incorrect.">
            <a:extLst>
              <a:ext uri="{FF2B5EF4-FFF2-40B4-BE49-F238E27FC236}">
                <a16:creationId xmlns:a16="http://schemas.microsoft.com/office/drawing/2014/main" id="{B7D80D64-A88C-1135-E4A2-315D11B11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09" b="2461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7E4E02F4-D2B9-BEE1-8E7C-93B53B8235F0}"/>
              </a:ext>
            </a:extLst>
          </p:cNvPr>
          <p:cNvSpPr/>
          <p:nvPr/>
        </p:nvSpPr>
        <p:spPr>
          <a:xfrm>
            <a:off x="5649489" y="2472500"/>
            <a:ext cx="2294313" cy="901148"/>
          </a:xfrm>
          <a:prstGeom prst="wedgeRoundRectCallout">
            <a:avLst>
              <a:gd name="adj1" fmla="val -68302"/>
              <a:gd name="adj2" fmla="val -4330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EAD3B-2908-CE9A-896F-0514049D1A53}"/>
              </a:ext>
            </a:extLst>
          </p:cNvPr>
          <p:cNvSpPr txBox="1"/>
          <p:nvPr/>
        </p:nvSpPr>
        <p:spPr>
          <a:xfrm>
            <a:off x="5727813" y="2327357"/>
            <a:ext cx="2351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sz="1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#BeYouRideBoats</a:t>
            </a:r>
          </a:p>
          <a:p>
            <a:r>
              <a:rPr lang="en-GB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#SafetyFirst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054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people standing under umbrellas in front of a building&#10;&#10;AI-generated content may be incorrect.">
            <a:extLst>
              <a:ext uri="{FF2B5EF4-FFF2-40B4-BE49-F238E27FC236}">
                <a16:creationId xmlns:a16="http://schemas.microsoft.com/office/drawing/2014/main" id="{879D29BE-42FC-498C-5058-1AF6CF07C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53" b="17568"/>
          <a:stretch>
            <a:fillRect/>
          </a:stretch>
        </p:blipFill>
        <p:spPr>
          <a:xfrm>
            <a:off x="-3008" y="1282"/>
            <a:ext cx="12191980" cy="6856718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B219294D-0F5A-5BA4-1B92-E26C161186ED}"/>
              </a:ext>
            </a:extLst>
          </p:cNvPr>
          <p:cNvSpPr/>
          <p:nvPr/>
        </p:nvSpPr>
        <p:spPr>
          <a:xfrm>
            <a:off x="5780117" y="4025528"/>
            <a:ext cx="2294313" cy="901148"/>
          </a:xfrm>
          <a:prstGeom prst="wedgeRoundRectCallout">
            <a:avLst>
              <a:gd name="adj1" fmla="val -68302"/>
              <a:gd name="adj2" fmla="val -43306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6E54D-E715-6817-10FB-514CB011B577}"/>
              </a:ext>
            </a:extLst>
          </p:cNvPr>
          <p:cNvSpPr txBox="1"/>
          <p:nvPr/>
        </p:nvSpPr>
        <p:spPr>
          <a:xfrm>
            <a:off x="5780117" y="3885701"/>
            <a:ext cx="2351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#BeYouLoveFamily</a:t>
            </a:r>
          </a:p>
          <a:p>
            <a:r>
              <a:rPr lang="en-GB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#TeamYellow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4820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F38FA117-BFB9-4C6F-76CB-8AF3F5F50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94"/>
          <a:stretch/>
        </p:blipFill>
        <p:spPr>
          <a:xfrm>
            <a:off x="2640779" y="0"/>
            <a:ext cx="7064066" cy="6859202"/>
          </a:xfrm>
        </p:spPr>
      </p:pic>
      <p:sp>
        <p:nvSpPr>
          <p:cNvPr id="2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4504805" y="2663902"/>
            <a:ext cx="2096589" cy="856294"/>
          </a:xfrm>
          <a:prstGeom prst="wedgeRoundRectCallout">
            <a:avLst>
              <a:gd name="adj1" fmla="val 33510"/>
              <a:gd name="adj2" fmla="val -115551"/>
              <a:gd name="adj3" fmla="val 16667"/>
            </a:avLst>
          </a:prstGeom>
          <a:solidFill>
            <a:srgbClr val="FBD0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4504805" y="2505670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rgbClr val="9D424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rgbClr val="9D424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BeYouPlayMore</a:t>
            </a:r>
            <a:endParaRPr lang="en-US" altLang="zh-CN" dirty="0">
              <a:solidFill>
                <a:srgbClr val="9D424A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rgbClr val="9D424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#Violin</a:t>
            </a:r>
            <a:endParaRPr lang="en-GB" dirty="0">
              <a:solidFill>
                <a:srgbClr val="9D42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97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FBFBF6CF-43BE-3CEE-5EE3-40FC005E5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361B8410-94B4-486A-7C62-DA9EFF67FFCE}"/>
              </a:ext>
            </a:extLst>
          </p:cNvPr>
          <p:cNvSpPr/>
          <p:nvPr/>
        </p:nvSpPr>
        <p:spPr>
          <a:xfrm>
            <a:off x="7514574" y="3386899"/>
            <a:ext cx="2294313" cy="901148"/>
          </a:xfrm>
          <a:prstGeom prst="wedgeRoundRectCallout">
            <a:avLst>
              <a:gd name="adj1" fmla="val -68302"/>
              <a:gd name="adj2" fmla="val -4330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99BFC-05DC-6A21-1119-0A811007359E}"/>
              </a:ext>
            </a:extLst>
          </p:cNvPr>
          <p:cNvSpPr txBox="1"/>
          <p:nvPr/>
        </p:nvSpPr>
        <p:spPr>
          <a:xfrm>
            <a:off x="7592898" y="3241756"/>
            <a:ext cx="2351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#BeYouEatCake</a:t>
            </a:r>
          </a:p>
          <a:p>
            <a:r>
              <a:rPr lang="en-GB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#WatchNezha2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066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108871F2-7E6E-EC16-6DD0-07D28BAC3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88"/>
          <a:stretch>
            <a:fillRect/>
          </a:stretch>
        </p:blipFill>
        <p:spPr>
          <a:xfrm>
            <a:off x="-1504" y="0"/>
            <a:ext cx="12191980" cy="6856718"/>
          </a:xfrm>
          <a:prstGeom prst="rect">
            <a:avLst/>
          </a:prstGeom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ADBBBFF-0048-B4B5-911C-EB8E681C37D2}"/>
              </a:ext>
            </a:extLst>
          </p:cNvPr>
          <p:cNvSpPr/>
          <p:nvPr/>
        </p:nvSpPr>
        <p:spPr>
          <a:xfrm>
            <a:off x="3457503" y="4894651"/>
            <a:ext cx="2400187" cy="983635"/>
          </a:xfrm>
          <a:prstGeom prst="wedgeRoundRectCallout">
            <a:avLst>
              <a:gd name="adj1" fmla="val 51919"/>
              <a:gd name="adj2" fmla="val -13816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469BA-520F-66DF-387D-6FAA6D3AB04A}"/>
              </a:ext>
            </a:extLst>
          </p:cNvPr>
          <p:cNvSpPr txBox="1"/>
          <p:nvPr/>
        </p:nvSpPr>
        <p:spPr>
          <a:xfrm>
            <a:off x="3508303" y="4818769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#BeYouLoveChina</a:t>
            </a:r>
          </a:p>
          <a:p>
            <a:r>
              <a:rPr lang="en-GB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#TeamTravel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7092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people posing for a picture&#10;&#10;AI-generated content may be incorrect.">
            <a:extLst>
              <a:ext uri="{FF2B5EF4-FFF2-40B4-BE49-F238E27FC236}">
                <a16:creationId xmlns:a16="http://schemas.microsoft.com/office/drawing/2014/main" id="{8E94ECCE-459B-1317-5A37-268EE02FF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35" b="1637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C9656C4A-A03A-1BA8-E60E-05E7DA84EB95}"/>
              </a:ext>
            </a:extLst>
          </p:cNvPr>
          <p:cNvSpPr/>
          <p:nvPr/>
        </p:nvSpPr>
        <p:spPr>
          <a:xfrm>
            <a:off x="1783767" y="5373622"/>
            <a:ext cx="2827183" cy="983635"/>
          </a:xfrm>
          <a:prstGeom prst="wedgeRoundRectCallout">
            <a:avLst>
              <a:gd name="adj1" fmla="val 73325"/>
              <a:gd name="adj2" fmla="val -6659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DE414-F4B2-2F54-6D09-E7D440D89AB4}"/>
              </a:ext>
            </a:extLst>
          </p:cNvPr>
          <p:cNvSpPr txBox="1"/>
          <p:nvPr/>
        </p:nvSpPr>
        <p:spPr>
          <a:xfrm>
            <a:off x="1886857" y="5304997"/>
            <a:ext cx="26210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sz="1800" dirty="0">
                <a:solidFill>
                  <a:schemeClr val="accent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#BeYouLoveBirthdays</a:t>
            </a:r>
          </a:p>
          <a:p>
            <a:r>
              <a:rPr lang="en-GB" dirty="0">
                <a:solidFill>
                  <a:schemeClr val="accent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#Team10th</a:t>
            </a:r>
            <a:endParaRPr lang="en-GB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036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people posing for a picture&#10;&#10;AI-generated content may be incorrect.">
            <a:extLst>
              <a:ext uri="{FF2B5EF4-FFF2-40B4-BE49-F238E27FC236}">
                <a16:creationId xmlns:a16="http://schemas.microsoft.com/office/drawing/2014/main" id="{3A624B52-BC1D-7D54-8AF1-DA01D1B910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3" r="1" b="5874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AB2FAC85-7662-F5CF-293F-3B535048AEFD}"/>
              </a:ext>
            </a:extLst>
          </p:cNvPr>
          <p:cNvSpPr/>
          <p:nvPr/>
        </p:nvSpPr>
        <p:spPr>
          <a:xfrm>
            <a:off x="4567845" y="5417165"/>
            <a:ext cx="2400187" cy="983635"/>
          </a:xfrm>
          <a:prstGeom prst="wedgeRoundRectCallout">
            <a:avLst>
              <a:gd name="adj1" fmla="val -77188"/>
              <a:gd name="adj2" fmla="val -57745"/>
              <a:gd name="adj3" fmla="val 16667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57629-1B33-0484-4DB0-5648CFFFC363}"/>
              </a:ext>
            </a:extLst>
          </p:cNvPr>
          <p:cNvSpPr txBox="1"/>
          <p:nvPr/>
        </p:nvSpPr>
        <p:spPr>
          <a:xfrm>
            <a:off x="4619407" y="5312254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sz="1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#BeYouBeMatching</a:t>
            </a:r>
          </a:p>
          <a:p>
            <a:r>
              <a:rPr lang="en-GB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#BeAFamily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056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family posing for a picture&#10;&#10;AI-generated content may be incorrect.">
            <a:extLst>
              <a:ext uri="{FF2B5EF4-FFF2-40B4-BE49-F238E27FC236}">
                <a16:creationId xmlns:a16="http://schemas.microsoft.com/office/drawing/2014/main" id="{122D11FD-6CCA-BF60-43EC-EF9E37DB9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77718761-FE4F-5F26-8D21-66DA7BE229E7}"/>
              </a:ext>
            </a:extLst>
          </p:cNvPr>
          <p:cNvSpPr/>
          <p:nvPr/>
        </p:nvSpPr>
        <p:spPr>
          <a:xfrm>
            <a:off x="1088044" y="1048366"/>
            <a:ext cx="2400187" cy="983635"/>
          </a:xfrm>
          <a:prstGeom prst="wedgeRoundRectCallout">
            <a:avLst>
              <a:gd name="adj1" fmla="val 81852"/>
              <a:gd name="adj2" fmla="val 54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4AC57-88A5-6814-E902-A2ECF09B3C70}"/>
              </a:ext>
            </a:extLst>
          </p:cNvPr>
          <p:cNvSpPr txBox="1"/>
          <p:nvPr/>
        </p:nvSpPr>
        <p:spPr>
          <a:xfrm>
            <a:off x="1273102" y="965227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#BeYouBeSmart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#3Musketeers</a:t>
            </a:r>
            <a:endParaRPr lang="en-GB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439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person and person holding a baby and smiling&#10;&#10;AI-generated content may be incorrect.">
            <a:extLst>
              <a:ext uri="{FF2B5EF4-FFF2-40B4-BE49-F238E27FC236}">
                <a16:creationId xmlns:a16="http://schemas.microsoft.com/office/drawing/2014/main" id="{0AC1A7CC-AF44-D490-077B-E0BCA8CBC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2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515CB76B-FD31-A87D-232C-DE7BCCB85E82}"/>
              </a:ext>
            </a:extLst>
          </p:cNvPr>
          <p:cNvSpPr/>
          <p:nvPr/>
        </p:nvSpPr>
        <p:spPr>
          <a:xfrm>
            <a:off x="8073046" y="3504882"/>
            <a:ext cx="2400187" cy="983635"/>
          </a:xfrm>
          <a:prstGeom prst="wedgeRoundRectCallout">
            <a:avLst>
              <a:gd name="adj1" fmla="val -88072"/>
              <a:gd name="adj2" fmla="val -3149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462D0-DE86-6EB6-AF1D-76DE27497451}"/>
              </a:ext>
            </a:extLst>
          </p:cNvPr>
          <p:cNvSpPr txBox="1"/>
          <p:nvPr/>
        </p:nvSpPr>
        <p:spPr>
          <a:xfrm>
            <a:off x="8123846" y="3429000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800" dirty="0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sz="1800" dirty="0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#BeYouSmileMore</a:t>
            </a:r>
          </a:p>
          <a:p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#ShanghaiTravel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366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1D2BF759-FFCF-7426-A53B-6A0750029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0" b="10556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618E8BC9-2748-A362-6F46-8B3F0CE648E8}"/>
              </a:ext>
            </a:extLst>
          </p:cNvPr>
          <p:cNvSpPr/>
          <p:nvPr/>
        </p:nvSpPr>
        <p:spPr>
          <a:xfrm>
            <a:off x="3730171" y="4726626"/>
            <a:ext cx="1989633" cy="983635"/>
          </a:xfrm>
          <a:prstGeom prst="wedgeRoundRectCallout">
            <a:avLst>
              <a:gd name="adj1" fmla="val 51919"/>
              <a:gd name="adj2" fmla="val -138164"/>
              <a:gd name="adj3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09B09-F7CB-D235-133D-8BA50AD44A84}"/>
              </a:ext>
            </a:extLst>
          </p:cNvPr>
          <p:cNvSpPr txBox="1"/>
          <p:nvPr/>
        </p:nvSpPr>
        <p:spPr>
          <a:xfrm>
            <a:off x="3834875" y="4593798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sz="1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#BeYouLoveLV</a:t>
            </a:r>
          </a:p>
          <a:p>
            <a:r>
              <a:rPr lang="en-GB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#Money!!!!!!!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816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posing for a picture&#10;&#10;AI-generated content may be incorrect.">
            <a:extLst>
              <a:ext uri="{FF2B5EF4-FFF2-40B4-BE49-F238E27FC236}">
                <a16:creationId xmlns:a16="http://schemas.microsoft.com/office/drawing/2014/main" id="{088A8187-251B-FBF5-BC9F-0B389BFAC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78"/>
          <a:stretch>
            <a:fillRect/>
          </a:stretch>
        </p:blipFill>
        <p:spPr>
          <a:xfrm>
            <a:off x="2100563" y="10"/>
            <a:ext cx="7572605" cy="68579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3613331" y="2487270"/>
            <a:ext cx="2096589" cy="856294"/>
          </a:xfrm>
          <a:prstGeom prst="wedgeRoundRectCallout">
            <a:avLst>
              <a:gd name="adj1" fmla="val 38835"/>
              <a:gd name="adj2" fmla="val -10375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3613331" y="2352152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BeYouPlayMore</a:t>
            </a:r>
            <a:endParaRPr lang="en-US" altLang="zh-CN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#Flowers!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13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person and two boys posing for a picture&#10;&#10;AI-generated content may be incorrect.">
            <a:extLst>
              <a:ext uri="{FF2B5EF4-FFF2-40B4-BE49-F238E27FC236}">
                <a16:creationId xmlns:a16="http://schemas.microsoft.com/office/drawing/2014/main" id="{6E3266A4-C58A-1165-3F2D-24478D554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14"/>
          <a:stretch>
            <a:fillRect/>
          </a:stretch>
        </p:blipFill>
        <p:spPr>
          <a:xfrm rot="10800000">
            <a:off x="-1504" y="0"/>
            <a:ext cx="12191980" cy="6856718"/>
          </a:xfrm>
          <a:prstGeom prst="rect">
            <a:avLst/>
          </a:prstGeom>
        </p:spPr>
      </p:pic>
      <p:sp>
        <p:nvSpPr>
          <p:cNvPr id="2" name="Speech Bubble: Rectangle with Corners Rounded 2">
            <a:extLst>
              <a:ext uri="{FF2B5EF4-FFF2-40B4-BE49-F238E27FC236}">
                <a16:creationId xmlns:a16="http://schemas.microsoft.com/office/drawing/2014/main" id="{6AA899A0-A65B-2108-BCA6-F3AB83699532}"/>
              </a:ext>
            </a:extLst>
          </p:cNvPr>
          <p:cNvSpPr/>
          <p:nvPr/>
        </p:nvSpPr>
        <p:spPr>
          <a:xfrm>
            <a:off x="1799771" y="3909670"/>
            <a:ext cx="2273187" cy="856294"/>
          </a:xfrm>
          <a:prstGeom prst="wedgeRoundRectCallout">
            <a:avLst>
              <a:gd name="adj1" fmla="val 38835"/>
              <a:gd name="adj2" fmla="val -103755"/>
              <a:gd name="adj3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9BE1229-1412-560A-2999-FB3B4E0D8DF9}"/>
              </a:ext>
            </a:extLst>
          </p:cNvPr>
          <p:cNvSpPr txBox="1"/>
          <p:nvPr/>
        </p:nvSpPr>
        <p:spPr>
          <a:xfrm>
            <a:off x="1799771" y="3756274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BeYouLoveOcean</a:t>
            </a:r>
            <a:endParaRPr lang="en-US" altLang="zh-CN" dirty="0">
              <a:solidFill>
                <a:schemeClr val="tx2">
                  <a:lumMod val="75000"/>
                  <a:lumOff val="2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#TeamTravel!</a:t>
            </a:r>
            <a:endParaRPr lang="en-GB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288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E92330AC-EB75-17C6-25E5-5E4FAC6F8C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53" r="24667"/>
          <a:stretch>
            <a:fillRect/>
          </a:stretch>
        </p:blipFill>
        <p:spPr>
          <a:xfrm rot="5400000">
            <a:off x="2667641" y="-2666359"/>
            <a:ext cx="6856718" cy="12192000"/>
          </a:xfrm>
          <a:prstGeom prst="rect">
            <a:avLst/>
          </a:prstGeom>
        </p:spPr>
      </p:pic>
      <p:sp>
        <p:nvSpPr>
          <p:cNvPr id="2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2860040" y="4018129"/>
            <a:ext cx="2393571" cy="856294"/>
          </a:xfrm>
          <a:prstGeom prst="wedgeRoundRectCallout">
            <a:avLst>
              <a:gd name="adj1" fmla="val 24539"/>
              <a:gd name="adj2" fmla="val -118586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2860040" y="3876696"/>
            <a:ext cx="28206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chemeClr val="accent2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chemeClr val="accent2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BeYouExploreMore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#LoveBasketball</a:t>
            </a:r>
            <a:endParaRPr lang="en-GB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938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people posing for a picture">
            <a:extLst>
              <a:ext uri="{FF2B5EF4-FFF2-40B4-BE49-F238E27FC236}">
                <a16:creationId xmlns:a16="http://schemas.microsoft.com/office/drawing/2014/main" id="{946D230D-582B-7508-AC43-071E103ABF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7" b="1424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3119938" y="4736668"/>
            <a:ext cx="2096589" cy="856294"/>
          </a:xfrm>
          <a:prstGeom prst="wedgeRoundRectCallout">
            <a:avLst>
              <a:gd name="adj1" fmla="val 82933"/>
              <a:gd name="adj2" fmla="val -39683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3118414" y="4571096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chemeClr val="bg1">
                    <a:lumMod val="9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BeYouBeHappy</a:t>
            </a:r>
            <a:endParaRPr lang="en-US" altLang="zh-CN" dirty="0">
              <a:solidFill>
                <a:srgbClr val="FFC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#FamilyTogether</a:t>
            </a:r>
            <a:endParaRPr lang="en-GB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881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and person holding hands and a child holding hands&#10;&#10;AI-generated content may be incorrect.">
            <a:extLst>
              <a:ext uri="{FF2B5EF4-FFF2-40B4-BE49-F238E27FC236}">
                <a16:creationId xmlns:a16="http://schemas.microsoft.com/office/drawing/2014/main" id="{FC3647DD-5559-CFD7-164C-F75DBE264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23" r="-2" b="11463"/>
          <a:stretch/>
        </p:blipFill>
        <p:spPr>
          <a:xfrm>
            <a:off x="2788529" y="0"/>
            <a:ext cx="6533661" cy="6868898"/>
          </a:xfrm>
          <a:prstGeom prst="rect">
            <a:avLst/>
          </a:prstGeom>
        </p:spPr>
      </p:pic>
      <p:sp>
        <p:nvSpPr>
          <p:cNvPr id="2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4088186" y="4811590"/>
            <a:ext cx="2096589" cy="856294"/>
          </a:xfrm>
          <a:prstGeom prst="wedgeRoundRectCallout">
            <a:avLst>
              <a:gd name="adj1" fmla="val 38835"/>
              <a:gd name="adj2" fmla="val -103755"/>
              <a:gd name="adj3" fmla="val 16667"/>
            </a:avLst>
          </a:prstGeom>
          <a:solidFill>
            <a:srgbClr val="FBD0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4123746" y="4656152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rgbClr val="9D424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rgbClr val="9D424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BeYouGrowUp</a:t>
            </a:r>
            <a:endParaRPr lang="en-US" altLang="zh-CN" dirty="0">
              <a:solidFill>
                <a:srgbClr val="9D424A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rgbClr val="9D424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#LittleBaby</a:t>
            </a:r>
            <a:endParaRPr lang="en-GB" dirty="0">
              <a:solidFill>
                <a:srgbClr val="9D42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072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people posing for a picture&#10;&#10;AI-generated content may be incorrect.">
            <a:extLst>
              <a:ext uri="{FF2B5EF4-FFF2-40B4-BE49-F238E27FC236}">
                <a16:creationId xmlns:a16="http://schemas.microsoft.com/office/drawing/2014/main" id="{4F44BFA5-D742-0E0D-8BA8-9ED00E590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028" name="Picture 4" descr="Newcastle United F.C. - Wikipedia">
            <a:extLst>
              <a:ext uri="{FF2B5EF4-FFF2-40B4-BE49-F238E27FC236}">
                <a16:creationId xmlns:a16="http://schemas.microsoft.com/office/drawing/2014/main" id="{C81A5F55-EAA5-56EE-7A47-9AD2A651B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151" y="5314012"/>
            <a:ext cx="357348" cy="35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peech Bubble: Rectangle with Corners Rounded 2">
            <a:extLst>
              <a:ext uri="{FF2B5EF4-FFF2-40B4-BE49-F238E27FC236}">
                <a16:creationId xmlns:a16="http://schemas.microsoft.com/office/drawing/2014/main" id="{2E6504CE-1790-9A4E-403F-6517257BAF22}"/>
              </a:ext>
            </a:extLst>
          </p:cNvPr>
          <p:cNvSpPr/>
          <p:nvPr/>
        </p:nvSpPr>
        <p:spPr>
          <a:xfrm>
            <a:off x="247396" y="3090528"/>
            <a:ext cx="2475333" cy="1034432"/>
          </a:xfrm>
          <a:prstGeom prst="wedgeRoundRectCallout">
            <a:avLst>
              <a:gd name="adj1" fmla="val 79833"/>
              <a:gd name="adj2" fmla="val -78839"/>
              <a:gd name="adj3" fmla="val 16667"/>
            </a:avLst>
          </a:prstGeom>
          <a:solidFill>
            <a:srgbClr val="2630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AC55FA61-1E24-851C-94C5-7D67F3C54C8B}"/>
              </a:ext>
            </a:extLst>
          </p:cNvPr>
          <p:cNvSpPr txBox="1"/>
          <p:nvPr/>
        </p:nvSpPr>
        <p:spPr>
          <a:xfrm>
            <a:off x="248919" y="2882871"/>
            <a:ext cx="24738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chemeClr val="tx2">
                    <a:lumMod val="25000"/>
                    <a:lumOff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BeYouLoveFootball</a:t>
            </a:r>
            <a:endParaRPr lang="en-US" altLang="zh-CN" dirty="0">
              <a:solidFill>
                <a:schemeClr val="tx2">
                  <a:lumMod val="25000"/>
                  <a:lumOff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#Ronaldo</a:t>
            </a:r>
          </a:p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>
                <a:solidFill>
                  <a:schemeClr val="tx2">
                    <a:lumMod val="25000"/>
                    <a:lumOff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Siu!!!!!!!!!!!!!!!!!!!!!</a:t>
            </a:r>
            <a:endParaRPr lang="en-GB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385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family on a slide&#10;&#10;AI-generated content may be incorrect.">
            <a:extLst>
              <a:ext uri="{FF2B5EF4-FFF2-40B4-BE49-F238E27FC236}">
                <a16:creationId xmlns:a16="http://schemas.microsoft.com/office/drawing/2014/main" id="{12067EA8-DC94-9A74-CD41-BA8C9580E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27" b="1353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5812610" y="1680390"/>
            <a:ext cx="2491418" cy="856294"/>
          </a:xfrm>
          <a:prstGeom prst="wedgeRoundRectCallout">
            <a:avLst>
              <a:gd name="adj1" fmla="val -80849"/>
              <a:gd name="adj2" fmla="val -24907"/>
              <a:gd name="adj3" fmla="val 16667"/>
            </a:avLst>
          </a:prstGeom>
          <a:solidFill>
            <a:srgbClr val="A4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5880068" y="1535585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chemeClr val="accent2">
                    <a:lumMod val="20000"/>
                    <a:lumOff val="8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chemeClr val="accent2">
                    <a:lumMod val="20000"/>
                    <a:lumOff val="8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BeYouLaughMore</a:t>
            </a:r>
            <a:endParaRPr lang="en-US" altLang="zh-CN" dirty="0">
              <a:solidFill>
                <a:schemeClr val="accent2">
                  <a:lumMod val="20000"/>
                  <a:lumOff val="8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#SpiralBridge</a:t>
            </a:r>
            <a:endParaRPr lang="en-GB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15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family posing for a picture&#10;&#10;AI-generated content may be incorrect.">
            <a:extLst>
              <a:ext uri="{FF2B5EF4-FFF2-40B4-BE49-F238E27FC236}">
                <a16:creationId xmlns:a16="http://schemas.microsoft.com/office/drawing/2014/main" id="{365BCA4C-0BBD-5D7C-AA76-FF041B860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9549"/>
          <a:stretch>
            <a:fillRect/>
          </a:stretch>
        </p:blipFill>
        <p:spPr>
          <a:xfrm>
            <a:off x="2302090" y="-6927"/>
            <a:ext cx="7587820" cy="6871853"/>
          </a:xfrm>
          <a:prstGeom prst="rect">
            <a:avLst/>
          </a:prstGeom>
        </p:spPr>
      </p:pic>
      <p:sp>
        <p:nvSpPr>
          <p:cNvPr id="2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3106623" y="4588395"/>
            <a:ext cx="2432940" cy="856294"/>
          </a:xfrm>
          <a:prstGeom prst="wedgeRoundRectCallout">
            <a:avLst>
              <a:gd name="adj1" fmla="val 27691"/>
              <a:gd name="adj2" fmla="val -10313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3142183" y="4432957"/>
            <a:ext cx="27262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BeYouBeFunny</a:t>
            </a:r>
            <a:endParaRPr lang="en-US" altLang="zh-CN" dirty="0">
              <a:solidFill>
                <a:schemeClr val="tx2">
                  <a:lumMod val="75000"/>
                  <a:lumOff val="2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ADLaM Display" panose="02010000000000000000" pitchFamily="2" charset="0"/>
              </a:rPr>
              <a:t>巴黎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ADLaM Display" panose="02010000000000000000" pitchFamily="2" charset="0"/>
              </a:rPr>
              <a:t>!!!!!!!!!!!!!!!!!!</a:t>
            </a:r>
            <a:endParaRPr lang="en-GB" sz="1600" b="1" dirty="0">
              <a:solidFill>
                <a:schemeClr val="tx2">
                  <a:lumMod val="75000"/>
                  <a:lumOff val="2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1949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family in a frame&#10;&#10;AI-generated content may be incorrect.">
            <a:extLst>
              <a:ext uri="{FF2B5EF4-FFF2-40B4-BE49-F238E27FC236}">
                <a16:creationId xmlns:a16="http://schemas.microsoft.com/office/drawing/2014/main" id="{C75EA02B-103E-FB67-06BF-687BC9C58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76" b="769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3391786" y="4253470"/>
            <a:ext cx="2704215" cy="856294"/>
          </a:xfrm>
          <a:prstGeom prst="wedgeRoundRectCallout">
            <a:avLst>
              <a:gd name="adj1" fmla="val 78645"/>
              <a:gd name="adj2" fmla="val 12344"/>
              <a:gd name="adj3" fmla="val 16667"/>
            </a:avLst>
          </a:prstGeom>
          <a:solidFill>
            <a:srgbClr val="EAC7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3465574" y="4103348"/>
            <a:ext cx="25566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rgbClr val="9D424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rgbClr val="9D424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BeYouReadBooks</a:t>
            </a:r>
            <a:endParaRPr lang="en-US" altLang="zh-CN" dirty="0">
              <a:solidFill>
                <a:srgbClr val="9D424A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rgbClr val="9D424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#LearningKnowledge</a:t>
            </a:r>
            <a:endParaRPr lang="en-GB" dirty="0">
              <a:solidFill>
                <a:srgbClr val="9D42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823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C5455AB8-F8C1-7172-9683-667B6A7C7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87" b="45134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2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6156250" y="4971167"/>
            <a:ext cx="2112087" cy="856294"/>
          </a:xfrm>
          <a:prstGeom prst="wedgeRoundRectCallout">
            <a:avLst>
              <a:gd name="adj1" fmla="val 45923"/>
              <a:gd name="adj2" fmla="val -90718"/>
              <a:gd name="adj3" fmla="val 16667"/>
            </a:avLst>
          </a:prstGeom>
          <a:solidFill>
            <a:srgbClr val="DAE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6221217" y="4819070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BeYouBeFunny</a:t>
            </a:r>
            <a:endParaRPr lang="en-US" altLang="zh-CN" dirty="0">
              <a:solidFill>
                <a:schemeClr val="tx2">
                  <a:lumMod val="75000"/>
                  <a:lumOff val="2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#LearnMore</a:t>
            </a:r>
            <a:endParaRPr lang="en-GB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359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posing for a picture&#10;&#10;AI-generated content may be incorrect.">
            <a:extLst>
              <a:ext uri="{FF2B5EF4-FFF2-40B4-BE49-F238E27FC236}">
                <a16:creationId xmlns:a16="http://schemas.microsoft.com/office/drawing/2014/main" id="{2B866A64-307D-0CDD-D08D-C956A0E26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5458"/>
          <a:stretch>
            <a:fillRect/>
          </a:stretch>
        </p:blipFill>
        <p:spPr>
          <a:xfrm>
            <a:off x="0" y="0"/>
            <a:ext cx="12198588" cy="6857990"/>
          </a:xfrm>
          <a:prstGeom prst="rect">
            <a:avLst/>
          </a:prstGeom>
        </p:spPr>
      </p:pic>
      <p:sp>
        <p:nvSpPr>
          <p:cNvPr id="2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4502890" y="2944400"/>
            <a:ext cx="2392324" cy="856294"/>
          </a:xfrm>
          <a:prstGeom prst="wedgeRoundRectCallout">
            <a:avLst>
              <a:gd name="adj1" fmla="val 18158"/>
              <a:gd name="adj2" fmla="val -116172"/>
              <a:gd name="adj3" fmla="val 16667"/>
            </a:avLst>
          </a:prstGeom>
          <a:solidFill>
            <a:srgbClr val="D4D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4502890" y="2783013"/>
            <a:ext cx="2918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BeYouThinkMore</a:t>
            </a:r>
            <a:endParaRPr lang="en-US" altLang="zh-CN" dirty="0">
              <a:solidFill>
                <a:schemeClr val="tx2">
                  <a:lumMod val="90000"/>
                  <a:lumOff val="1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#CPUGonnaExplode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262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erson and two girls sitting on a beach&#10;&#10;AI-generated content may be incorrect.">
            <a:extLst>
              <a:ext uri="{FF2B5EF4-FFF2-40B4-BE49-F238E27FC236}">
                <a16:creationId xmlns:a16="http://schemas.microsoft.com/office/drawing/2014/main" id="{983B8F2E-F94C-5F23-BEDA-1E5B2F716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95" b="7818"/>
          <a:stretch/>
        </p:blipFill>
        <p:spPr>
          <a:xfrm>
            <a:off x="1409505" y="-2337"/>
            <a:ext cx="9266664" cy="6870150"/>
          </a:xfrm>
          <a:prstGeom prst="rect">
            <a:avLst/>
          </a:prstGeom>
        </p:spPr>
      </p:pic>
      <p:sp>
        <p:nvSpPr>
          <p:cNvPr id="4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2294758" y="3834314"/>
            <a:ext cx="2463312" cy="856294"/>
          </a:xfrm>
          <a:prstGeom prst="wedgeRoundRectCallout">
            <a:avLst>
              <a:gd name="adj1" fmla="val 24375"/>
              <a:gd name="adj2" fmla="val -103755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2294758" y="3660579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rgbClr val="0070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rgbClr val="0070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BeYouTravelMore</a:t>
            </a:r>
            <a:endParaRPr lang="en-US" altLang="zh-CN" dirty="0">
              <a:solidFill>
                <a:srgbClr val="0070C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#SunnyBeach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162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people sitting in a train&#10;&#10;AI-generated content may be incorrect.">
            <a:extLst>
              <a:ext uri="{FF2B5EF4-FFF2-40B4-BE49-F238E27FC236}">
                <a16:creationId xmlns:a16="http://schemas.microsoft.com/office/drawing/2014/main" id="{1468ABE3-13ED-1AF1-D3EE-44BC82A300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14"/>
          <a:stretch>
            <a:fillRect/>
          </a:stretch>
        </p:blipFill>
        <p:spPr>
          <a:xfrm>
            <a:off x="-1504" y="1282"/>
            <a:ext cx="12191980" cy="6856718"/>
          </a:xfrm>
          <a:prstGeom prst="rect">
            <a:avLst/>
          </a:prstGeom>
        </p:spPr>
      </p:pic>
      <p:sp>
        <p:nvSpPr>
          <p:cNvPr id="2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5179973" y="4455488"/>
            <a:ext cx="2096589" cy="856294"/>
          </a:xfrm>
          <a:prstGeom prst="wedgeRoundRectCallout">
            <a:avLst>
              <a:gd name="adj1" fmla="val 28692"/>
              <a:gd name="adj2" fmla="val -119276"/>
              <a:gd name="adj3" fmla="val 16667"/>
            </a:avLst>
          </a:prstGeom>
          <a:solidFill>
            <a:srgbClr val="FBD0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5215533" y="4300050"/>
            <a:ext cx="2349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rgbClr val="9D424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rgbClr val="9D424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BeYouRideTrain</a:t>
            </a:r>
            <a:endParaRPr lang="en-US" altLang="zh-CN" dirty="0">
              <a:solidFill>
                <a:srgbClr val="9D424A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rgbClr val="9D424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#HappyTime</a:t>
            </a:r>
            <a:endParaRPr lang="en-GB" dirty="0">
              <a:solidFill>
                <a:srgbClr val="9D42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998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posing for a picture&#10;&#10;AI-generated content may be incorrect.">
            <a:extLst>
              <a:ext uri="{FF2B5EF4-FFF2-40B4-BE49-F238E27FC236}">
                <a16:creationId xmlns:a16="http://schemas.microsoft.com/office/drawing/2014/main" id="{62F909B7-592B-1E31-AC47-FD65C46E4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" r="-2" b="24278"/>
          <a:stretch>
            <a:fillRect/>
          </a:stretch>
        </p:blipFill>
        <p:spPr>
          <a:xfrm>
            <a:off x="0" y="10"/>
            <a:ext cx="12198588" cy="6857990"/>
          </a:xfrm>
          <a:prstGeom prst="rect">
            <a:avLst/>
          </a:prstGeom>
        </p:spPr>
      </p:pic>
      <p:sp>
        <p:nvSpPr>
          <p:cNvPr id="2" name="Speech Bubble: Rectangle with Corners Rounded 2">
            <a:extLst>
              <a:ext uri="{FF2B5EF4-FFF2-40B4-BE49-F238E27FC236}">
                <a16:creationId xmlns:a16="http://schemas.microsoft.com/office/drawing/2014/main" id="{6F24C93F-B10F-13AC-CFF2-F518DE0F892E}"/>
              </a:ext>
            </a:extLst>
          </p:cNvPr>
          <p:cNvSpPr/>
          <p:nvPr/>
        </p:nvSpPr>
        <p:spPr>
          <a:xfrm>
            <a:off x="4827182" y="5167870"/>
            <a:ext cx="2780414" cy="856294"/>
          </a:xfrm>
          <a:prstGeom prst="wedgeRoundRectCallout">
            <a:avLst>
              <a:gd name="adj1" fmla="val 15538"/>
              <a:gd name="adj2" fmla="val -117413"/>
              <a:gd name="adj3" fmla="val 16667"/>
            </a:avLst>
          </a:prstGeom>
          <a:solidFill>
            <a:srgbClr val="A9EC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>
              <a:solidFill>
                <a:srgbClr val="5C9BAA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9A0F91D-05E9-0CC9-D280-35CAC8A9B4AD}"/>
              </a:ext>
            </a:extLst>
          </p:cNvPr>
          <p:cNvSpPr txBox="1"/>
          <p:nvPr/>
        </p:nvSpPr>
        <p:spPr>
          <a:xfrm>
            <a:off x="4827181" y="5008241"/>
            <a:ext cx="2960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GB" sz="1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GB" dirty="0">
                <a:solidFill>
                  <a:srgbClr val="3D80C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</a:t>
            </a:r>
            <a:r>
              <a:rPr lang="en-US" altLang="zh-CN" dirty="0" err="1">
                <a:solidFill>
                  <a:srgbClr val="3D80C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BeYouWearSunglasses</a:t>
            </a:r>
            <a:endParaRPr lang="en-US" altLang="zh-CN" dirty="0">
              <a:solidFill>
                <a:srgbClr val="3D80C3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solidFill>
                  <a:srgbClr val="3D80C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#Hawaii</a:t>
            </a:r>
            <a:endParaRPr lang="en-GB" dirty="0">
              <a:solidFill>
                <a:srgbClr val="3D80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962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7E941-1435-0B2B-53CD-7D67A3E70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图片 5" descr="徽标&#10;&#10;AI 生成的内容可能不正确。">
            <a:extLst>
              <a:ext uri="{FF2B5EF4-FFF2-40B4-BE49-F238E27FC236}">
                <a16:creationId xmlns:a16="http://schemas.microsoft.com/office/drawing/2014/main" id="{15EAF958-B460-61BB-0CD2-EF71B1ADF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47" b="989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78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4728</TotalTime>
  <Words>128</Words>
  <Application>Microsoft Office PowerPoint</Application>
  <PresentationFormat>宽屏</PresentationFormat>
  <Paragraphs>50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6" baseType="lpstr">
      <vt:lpstr>Microsoft YaHei Light</vt:lpstr>
      <vt:lpstr>等线</vt:lpstr>
      <vt:lpstr>ADLaM Display</vt:lpstr>
      <vt:lpstr>Aptos</vt:lpstr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Saravannan Nathan</dc:creator>
  <cp:lastModifiedBy>Wynne Jiang (HSS 2032)</cp:lastModifiedBy>
  <cp:revision>4</cp:revision>
  <dcterms:created xsi:type="dcterms:W3CDTF">2025-06-05T23:08:23Z</dcterms:created>
  <dcterms:modified xsi:type="dcterms:W3CDTF">2025-06-09T13:59:37Z</dcterms:modified>
</cp:coreProperties>
</file>